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TouristinBD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9E8E3"/>
                </a:solidFill>
              </a:defRPr>
            </a:pPr>
            <a:r>
              <a:t>Preference-Based Tourism Recommendation for Bangladesh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9E8E3"/>
                </a:solidFill>
              </a:defRPr>
            </a:pPr>
            <a:r>
              <a:t>Progress Report — Phases 1 to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A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MVP Scope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~540 real reviews (Google Maps + Booking.com), not the paper's 80k-scale corpus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Full 4-stage LLM preference pipeline, localized to Bangladesh tourism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Bidirectional validation on a sampled subset, not the full dataset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SQLite to start (Postgres migration deferred)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Core principle: every later phase can add data without breaking earlier 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1 —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538 real reviews: 300 Google Maps + 240 Booking.com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15 attractions + 12 hotels across 4 districts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Ratings normalized to a common 1-5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2 —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Merged sources into one schema; cleaned text, fixed encoding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Removed 2 bad rows -&gt; 538 final reviews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Real language detection: 530 English, 5 code-mixed, 2 Bengali, 1 Dutch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3 — Topic Modeling (BERTopic)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Multilingual sentence-transformer embeddings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26 topics + 1 outlier group (~9% of reviews)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Mix of place-specific and cross-cutting experience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4 — LLM Preference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4-stage pipeline: topic interpretation -&gt; hierarchy -&gt; cosine mapping -&gt; long-tail rule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10 preferences, 10/10 high-confidence topic mappings (sim &gt;= 0.76)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0 long-tail topics at current corpus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5 — Bidirectional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Direction 1 (topic-&gt;preference precision): 10/10 pass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Direction 2 (preference-&gt;topic coverage): under-coverage at MVP scale (expected, ~10 topics)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50-pair manual review sample built for human labeling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6 — 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Re-clustered at 151 / 247 / 398 / 538 reviews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Preference coverage rises 2/10 -&gt; 9/10 as corpus grows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Mappings stabilize (Jaccard = 1.0) at the full 538-review corpus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7 — Statistics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Reusable aggregate tables: overview, ratings, temporal, preference frequency, city/venue rollups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Chart set + statistical tests (rank-sum / Mann-Whitney) with graceful zero-data handling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Dashboard payload manifest for Phase 8 API / future frontend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8 — Backend API +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SQLite database rebuilt idempotently from any subset of Phase 2-7 outputs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Schema-drift tolerant: unknown columns dropped, missing ones become NULL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FastAPI: 35+ endpoints (places, reviews, taxonomy, analytics, research, search, recommend, compare)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97 tests: 68 API smoke tests + 29 forward-compatibility rebuild tests, all passing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Phase 9 — Retrieval-Based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POST /api/chat — no LLM call, no API key needed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Keyword-based intent detection + live database entity matching (place/city/preference)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Reuses tested Phase 8 logic in-process; new data is picked up automatically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31 new tests, all 128 total tests passing after refactor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6295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Raw scrapes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79879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Clean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3463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BERTopic topics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LLM 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510631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4215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Sensitivity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7799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Aggregates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41383" y="2834640"/>
            <a:ext cx="1170432" cy="1188720"/>
          </a:xfrm>
          <a:prstGeom prst="rect">
            <a:avLst/>
          </a:prstGeom>
          <a:solidFill>
            <a:srgbClr val="118A7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+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4967" y="2834640"/>
            <a:ext cx="1170432" cy="1188720"/>
          </a:xfrm>
          <a:prstGeom prst="rect">
            <a:avLst/>
          </a:prstGeom>
          <a:solidFill>
            <a:srgbClr val="8A5A1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Every aggregate downstream is a SQL view, not a copied table — rebuilding the database after adding new reviews refreshes every phase automatically, with no code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2E4E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Phase 10 — Itinerary builder + comparison tool, on /api/recommend and /api/compare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Phase 11 — Wire frontend/index.html to real API (chat, recommend, compare)</a:t>
            </a:r>
          </a:p>
          <a:p>
            <a:pPr>
              <a:spcAft>
                <a:spcPts val="1400"/>
              </a:spcAft>
              <a:defRPr sz="2000">
                <a:solidFill>
                  <a:srgbClr val="444444"/>
                </a:solidFill>
              </a:defRPr>
            </a:pPr>
            <a:r>
              <a:t>Phase 12 — Deployment (Postgres + hosted API + hosted frontend)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